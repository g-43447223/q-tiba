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23840" cy="5120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723840" cy="51206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0241280" y="-5376672"/>
            <a:ext cx="26627328" cy="18434304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8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5873984" y="41477184"/>
            <a:ext cx="26627328" cy="1843430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6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30723840" cy="8705088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8057825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30723840" cy="230429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0994624" y="2560320"/>
            <a:ext cx="16898112" cy="11265408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-5632704" y="-3072384"/>
            <a:ext cx="14337792" cy="9217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945843" y="1689811"/>
            <a:ext cx="2662733" cy="26627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logo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843" y="1689811"/>
            <a:ext cx="2662733" cy="26627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25466" y="2324105"/>
            <a:ext cx="21943837" cy="77875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628" b="1" spc="653">
                <a:solidFill>
                  <a:srgbClr val="67E8F9"/>
                </a:solidFill>
                <a:latin typeface="Plus Jakarta Sans ExtraBold"/>
              </a:rPr>
              <a:t>SEKOLAH KEBANGSAAN PULAU INDAH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5466" y="3397237"/>
            <a:ext cx="15633954" cy="6922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225" b="0">
                <a:solidFill>
                  <a:srgbClr val="CBD5E1"/>
                </a:solidFill>
                <a:latin typeface="Plus Jakarta Sans SemiBold"/>
              </a:rPr>
              <a:t>INOVASI TEKNOLOGI PENDIDIKAN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5843" y="3881752"/>
            <a:ext cx="15626657" cy="3634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934" b="1" spc="-339">
                <a:solidFill>
                  <a:srgbClr val="FFFFFF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0582" y="5102462"/>
            <a:ext cx="17117659" cy="12979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6048" b="1">
                <a:solidFill>
                  <a:srgbClr val="22D3EE"/>
                </a:solidFill>
                <a:latin typeface="Plus Jakarta Sans ExtraBold"/>
              </a:rPr>
              <a:t>Sistem Disiplin Sekolah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45843" y="6554419"/>
            <a:ext cx="1997050" cy="1536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06163" y="6270300"/>
            <a:ext cx="24001080" cy="908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233" b="0">
                <a:solidFill>
                  <a:srgbClr val="CBD5E1"/>
                </a:solidFill>
                <a:latin typeface="Plus Jakarta Sans Medium"/>
              </a:rPr>
              <a:t>Satu imbasan QR · satu rekod digital · sifar kertas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5843" y="8807501"/>
            <a:ext cx="6708038" cy="1024128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51206">
            <a:solidFill>
              <a:srgbClr val="FECDD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7156" y="9086448"/>
            <a:ext cx="8485413" cy="6489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24" b="1" spc="484">
                <a:solidFill>
                  <a:srgbClr val="000000"/>
                </a:solidFill>
                <a:latin typeface="Plus Jakarta Sans ExtraBold"/>
              </a:rPr>
              <a:t>PUNCA MASALAH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5843" y="10187308"/>
            <a:ext cx="23388626" cy="19036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870" b="1" spc="-177">
                <a:solidFill>
                  <a:srgbClr val="0F172A"/>
                </a:solidFill>
                <a:latin typeface="Plus Jakarta Sans ExtraBold"/>
              </a:rPr>
              <a:t>Mengapa kaedah 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5843" y="11416262"/>
            <a:ext cx="24646613" cy="19036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870" b="1" spc="-177">
                <a:solidFill>
                  <a:srgbClr val="0F172A"/>
                </a:solidFill>
                <a:latin typeface="Plus Jakarta Sans ExtraBold"/>
              </a:rPr>
              <a:t>gagal mencapai tujuan?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45843" y="13467283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945843" y="13467283"/>
            <a:ext cx="179222" cy="2662733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2585923" y="13902538"/>
            <a:ext cx="1075334" cy="1075334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31366" y="14232486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BE123C"/>
                </a:solidFill>
                <a:latin typeface="JetBrains Mono Extra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7718" y="14056976"/>
            <a:ext cx="11203269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Kertas, bukan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47718" y="14998790"/>
            <a:ext cx="28695426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Rekod kehadiran ditulis tangan setiap pagi, lalu disalin semula 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7718" y="15613267"/>
            <a:ext cx="7838420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buku dan daftar.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45843" y="16334842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945843" y="16334842"/>
            <a:ext cx="179222" cy="2662733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2585923" y="16770096"/>
            <a:ext cx="1075334" cy="1075334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31366" y="17100044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BE123C"/>
                </a:solidFill>
                <a:latin typeface="JetBrains Mono Extra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47718" y="16924535"/>
            <a:ext cx="9693295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Waktu terbuang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7718" y="17866348"/>
            <a:ext cx="32562790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Guru menyusun, menyemak dan menyusun semula gambar-gambar yang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47718" y="18480825"/>
            <a:ext cx="7984358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sama setiap hari.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45843" y="19202400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945843" y="19202400"/>
            <a:ext cx="179222" cy="2662733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2585923" y="19637654"/>
            <a:ext cx="1075334" cy="1075334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331366" y="19967603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BE123C"/>
                </a:solidFill>
                <a:latin typeface="JetBrains Mono ExtraBol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47718" y="19792093"/>
            <a:ext cx="9658270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Tiada jejak siapa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7718" y="20733907"/>
            <a:ext cx="24134856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Tiada rekod siapa mengubah data, pada bila, dan atas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7718" y="21348383"/>
            <a:ext cx="5539892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sebab apa.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45843" y="22069958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945843" y="22069958"/>
            <a:ext cx="179222" cy="2662733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585923" y="22505213"/>
            <a:ext cx="1075334" cy="1075334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331366" y="22835161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BE123C"/>
                </a:solidFill>
                <a:latin typeface="JetBrains Mono Extra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47718" y="22659651"/>
            <a:ext cx="15231164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Ibu bapa hanya menunggu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47718" y="23601465"/>
            <a:ext cx="28537327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Ibu bapa bergantung pada kata guru kerana tiada sumber 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47718" y="24215942"/>
            <a:ext cx="10647731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yang boleh dipercayai.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45843" y="25705613"/>
            <a:ext cx="6042355" cy="102412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51206">
            <a:solidFill>
              <a:srgbClr val="A7F3D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771421" y="25984560"/>
            <a:ext cx="6391199" cy="6489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24" b="1" spc="484">
                <a:solidFill>
                  <a:srgbClr val="000000"/>
                </a:solidFill>
                <a:latin typeface="Plus Jakarta Sans ExtraBold"/>
              </a:rPr>
              <a:t>KELEBIH APP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45843" y="27085420"/>
            <a:ext cx="18366891" cy="19036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870" b="1" spc="-177">
                <a:solidFill>
                  <a:srgbClr val="0F172A"/>
                </a:solidFill>
                <a:latin typeface="Plus Jakarta Sans ExtraBold"/>
              </a:rPr>
              <a:t>Apa yang Q-TIBA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5843" y="28314374"/>
            <a:ext cx="8973819" cy="19036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870" b="1" spc="-177">
                <a:solidFill>
                  <a:srgbClr val="0F172A"/>
                </a:solidFill>
                <a:latin typeface="Plus Jakarta Sans ExtraBold"/>
              </a:rPr>
              <a:t>perbaiki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45843" y="30365395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1945843" y="30365395"/>
            <a:ext cx="179222" cy="266273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585923" y="30800650"/>
            <a:ext cx="1075334" cy="1075334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331366" y="31130598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047857"/>
                </a:solidFill>
                <a:latin typeface="JetBrains Mono ExtraBold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47718" y="30955088"/>
            <a:ext cx="4459949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Pantas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47718" y="31896902"/>
            <a:ext cx="26044215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Satu imbasan sudah cukup. Tiada kertas, tiada penyalinan,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47718" y="32511379"/>
            <a:ext cx="9577517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tiada kerja berulang.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45843" y="33232954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1945843" y="33232954"/>
            <a:ext cx="179222" cy="266273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585923" y="33668208"/>
            <a:ext cx="1075334" cy="1075334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31366" y="33998156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047857"/>
                </a:solidFill>
                <a:latin typeface="JetBrains Mono ExtraBold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47718" y="33822647"/>
            <a:ext cx="3668964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Terus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47718" y="34764460"/>
            <a:ext cx="27418467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Ibu bapa buka portal sendiri dan melihat status sebenar tanpa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47718" y="35378937"/>
            <a:ext cx="5503408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perlu login.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945843" y="36100512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1945843" y="36100512"/>
            <a:ext cx="179222" cy="266273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585923" y="36535766"/>
            <a:ext cx="1075334" cy="1075334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331366" y="36865715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047857"/>
                </a:solidFill>
                <a:latin typeface="JetBrains Mono ExtraBold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47718" y="36690205"/>
            <a:ext cx="7040624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Tahan lasak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47718" y="37632019"/>
            <a:ext cx="30361555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Berfungsi tanpa internet. Data diletakkan dalam antrian dan dihantar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47718" y="38246495"/>
            <a:ext cx="11900367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semula secara automatik.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945843" y="38968070"/>
            <a:ext cx="26832154" cy="2662733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1206">
            <a:solidFill>
              <a:srgbClr val="DBE3EC"/>
            </a:solidFill>
          </a:ln>
          <a:effectLst>
            <a:outerShdw blurRad="133350" dist="28575" dir="5400000" algn="t" rotWithShape="0">
              <a:srgbClr val="0F172A">
                <a:alpha val="10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1945843" y="38968070"/>
            <a:ext cx="179222" cy="266273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2585923" y="39403325"/>
            <a:ext cx="1075334" cy="1075334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331366" y="39733273"/>
            <a:ext cx="3584448" cy="722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427" b="0">
                <a:solidFill>
                  <a:srgbClr val="047857"/>
                </a:solidFill>
                <a:latin typeface="JetBrains Mono ExtraBold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47718" y="39557763"/>
            <a:ext cx="8524816" cy="103834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838" b="1" spc="-48">
                <a:solidFill>
                  <a:srgbClr val="0F172A"/>
                </a:solidFill>
                <a:latin typeface="Plus Jakarta Sans ExtraBold"/>
              </a:rPr>
              <a:t>Mudah diubah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47718" y="40499577"/>
            <a:ext cx="24074049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Pentadbir menukar cutoff, hari minggu dan cuti dalam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47718" y="41114054"/>
            <a:ext cx="10063978" cy="8220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830" b="0">
                <a:solidFill>
                  <a:srgbClr val="334155"/>
                </a:solidFill>
                <a:latin typeface="Plus Jakarta Sans Medium"/>
              </a:rPr>
              <a:t>Google Sheet sahaja.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945843" y="42398899"/>
            <a:ext cx="7578547" cy="1024128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51206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181076" y="42677846"/>
            <a:ext cx="9108082" cy="6489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24" b="1" spc="484">
                <a:solidFill>
                  <a:srgbClr val="000000"/>
                </a:solidFill>
                <a:latin typeface="Plus Jakarta Sans ExtraBold"/>
              </a:rPr>
              <a:t>PASUKAN INOVASI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45843" y="43935091"/>
            <a:ext cx="26832154" cy="4506163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4557370" y="44549568"/>
            <a:ext cx="1638605" cy="1638605"/>
          </a:xfrm>
          <a:prstGeom prst="ellipse">
            <a:avLst/>
          </a:prstGeom>
          <a:noFill/>
          <a:ln w="89611">
            <a:solidFill>
              <a:srgbClr val="22D3E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85" name="Picture 84" descr="cikgu1-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44600774"/>
            <a:ext cx="1536192" cy="1536192"/>
          </a:xfrm>
          <a:prstGeom prst="ellipse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627723" y="46343712"/>
            <a:ext cx="7497897" cy="10816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5040" b="1" spc="-50">
                <a:solidFill>
                  <a:srgbClr val="FFFFFF"/>
                </a:solidFill>
                <a:latin typeface="Plus Jakarta Sans ExtraBold"/>
              </a:rPr>
              <a:t>Ustaz Ismail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-74889" y="47332329"/>
            <a:ext cx="10903123" cy="6922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225" b="1">
                <a:solidFill>
                  <a:srgbClr val="22D3EE"/>
                </a:solidFill>
                <a:latin typeface="Plus Jakarta Sans SemiBold"/>
              </a:rPr>
              <a:t>Ketua Inovator / Penyelaras</a:t>
            </a:r>
          </a:p>
        </p:txBody>
      </p:sp>
      <p:sp>
        <p:nvSpPr>
          <p:cNvPr id="88" name="Oval 87"/>
          <p:cNvSpPr/>
          <p:nvPr/>
        </p:nvSpPr>
        <p:spPr>
          <a:xfrm>
            <a:off x="14542618" y="44549568"/>
            <a:ext cx="1638605" cy="1638605"/>
          </a:xfrm>
          <a:prstGeom prst="ellipse">
            <a:avLst/>
          </a:prstGeom>
          <a:noFill/>
          <a:ln w="89611">
            <a:solidFill>
              <a:srgbClr val="C4B5F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89" name="Picture 88" descr="cikgu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3824" y="44600774"/>
            <a:ext cx="1536192" cy="1536192"/>
          </a:xfrm>
          <a:prstGeom prst="ellipse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1540002" y="46343712"/>
            <a:ext cx="7643835" cy="10816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5040" b="1" spc="-50">
                <a:solidFill>
                  <a:srgbClr val="FFFFFF"/>
                </a:solidFill>
                <a:latin typeface="Plus Jakarta Sans ExtraBold"/>
              </a:rPr>
              <a:t>Ustaz Fahmi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62378" y="47332329"/>
            <a:ext cx="10599085" cy="6922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225" b="1">
                <a:solidFill>
                  <a:srgbClr val="C4B5FD"/>
                </a:solidFill>
                <a:latin typeface="Plus Jakarta Sans SemiBold"/>
              </a:rPr>
              <a:t>Pembangun Sistem &amp; Data</a:t>
            </a:r>
          </a:p>
        </p:txBody>
      </p:sp>
      <p:sp>
        <p:nvSpPr>
          <p:cNvPr id="92" name="Oval 91"/>
          <p:cNvSpPr/>
          <p:nvPr/>
        </p:nvSpPr>
        <p:spPr>
          <a:xfrm>
            <a:off x="24527866" y="44549568"/>
            <a:ext cx="1638605" cy="1638605"/>
          </a:xfrm>
          <a:prstGeom prst="ellipse">
            <a:avLst/>
          </a:prstGeom>
          <a:noFill/>
          <a:ln w="89611">
            <a:solidFill>
              <a:srgbClr val="FCD34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93" name="Picture 92" descr="cikgu3-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9072" y="44600774"/>
            <a:ext cx="1536192" cy="1536192"/>
          </a:xfrm>
          <a:prstGeom prst="ellipse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21701592" y="46343712"/>
            <a:ext cx="7291151" cy="10816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5040" b="1" spc="-50">
                <a:solidFill>
                  <a:srgbClr val="FFFFFF"/>
                </a:solidFill>
                <a:latin typeface="Plus Jakarta Sans ExtraBold"/>
              </a:rPr>
              <a:t>Ustaz Hafifi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388148" y="47332329"/>
            <a:ext cx="9918040" cy="6922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225" b="1">
                <a:solidFill>
                  <a:srgbClr val="FCD34D"/>
                </a:solidFill>
                <a:latin typeface="Plus Jakarta Sans SemiBold"/>
              </a:rPr>
              <a:t>Guru Disiplin &amp; Intervensi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945843" y="48902112"/>
            <a:ext cx="26832154" cy="1792224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 w="51206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2713939" y="49079952"/>
            <a:ext cx="4664263" cy="95181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435" b="1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13939" y="49893750"/>
            <a:ext cx="17373051" cy="7354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427" b="0">
                <a:solidFill>
                  <a:srgbClr val="5B6B7F"/>
                </a:solidFill>
                <a:latin typeface="Plus Jakarta Sans Medium"/>
              </a:rPr>
              <a:t>291 commit · 10,511 baris kod · 0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Q-TIBA - Banner 3 x 5 Kaki</dc:title>
  <dc:subject>Punca masalah, kelebihan app, dan pasukan inovasi</dc:subject>
  <dc:creator>SK Pulau Indah</dc:creator>
  <cp:keywords/>
  <dc:description>Roll-up standing banner, nisbah tepat 3:5. Dicetak pada 3 x 5 kaki. Semua teks native.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